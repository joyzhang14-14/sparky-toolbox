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FY2025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130,497 million</a:t>
            </a:r>
          </a:p>
          <a:p>
            <a:r>
              <a:t>Net income 72,880 million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Income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FY2025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130,497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Net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72,880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